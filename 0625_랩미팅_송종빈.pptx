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00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5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0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0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70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17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82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4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29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2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82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none" spc="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4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4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4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D9DC81F-AB8D-39B0-2FF6-4C80F128D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5262342"/>
          </a:xfrm>
        </p:spPr>
        <p:txBody>
          <a:bodyPr>
            <a:normAutofit/>
          </a:bodyPr>
          <a:lstStyle/>
          <a:p>
            <a:pPr algn="r"/>
            <a:r>
              <a:rPr lang="en-US" altLang="ko-KR" dirty="0"/>
              <a:t>2026. 06. 25.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1" dirty="0"/>
              <a:t>LAB MEETING</a:t>
            </a:r>
            <a:br>
              <a:rPr lang="en-US" altLang="ko-KR" dirty="0"/>
            </a:br>
            <a:r>
              <a:rPr lang="ko-KR" altLang="en-US" dirty="0"/>
              <a:t>진행중인 연구 발표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sz="1600" dirty="0"/>
              <a:t>고려대학교 과학기술학 석사과정 </a:t>
            </a:r>
            <a:r>
              <a:rPr lang="en-US" altLang="ko-KR" sz="1600" dirty="0"/>
              <a:t>3</a:t>
            </a:r>
            <a:r>
              <a:rPr lang="ko-KR" altLang="en-US" sz="1600" dirty="0"/>
              <a:t>학기</a:t>
            </a:r>
            <a:br>
              <a:rPr lang="en-US" altLang="ko-KR" sz="1600" dirty="0"/>
            </a:br>
            <a:r>
              <a:rPr lang="en-US" altLang="ko-KR" sz="1600" dirty="0"/>
              <a:t>2025020399</a:t>
            </a:r>
            <a:br>
              <a:rPr lang="en-US" altLang="ko-KR" sz="1600" dirty="0"/>
            </a:br>
            <a:r>
              <a:rPr lang="ko-KR" altLang="en-US" sz="1600" dirty="0" err="1"/>
              <a:t>송종빈</a:t>
            </a:r>
            <a:endParaRPr lang="ko-KR" alt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E96A6E49-9666-5FCE-6C28-BB774F96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89" r="19300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81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142F48-92DB-097F-729D-A9CF1F8F05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55" t="5229" r="7079"/>
          <a:stretch>
            <a:fillRect/>
          </a:stretch>
        </p:blipFill>
        <p:spPr>
          <a:xfrm>
            <a:off x="794327" y="935181"/>
            <a:ext cx="5196103" cy="4987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1683D3-52AC-1BD3-BE16-7C854F23F122}"/>
              </a:ext>
            </a:extLst>
          </p:cNvPr>
          <p:cNvSpPr txBox="1"/>
          <p:nvPr/>
        </p:nvSpPr>
        <p:spPr>
          <a:xfrm>
            <a:off x="6095999" y="992007"/>
            <a:ext cx="530167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2026-1 </a:t>
            </a:r>
            <a:r>
              <a:rPr lang="ko-KR" altLang="en-US" dirty="0"/>
              <a:t>정치커뮤니케이션 </a:t>
            </a:r>
            <a:r>
              <a:rPr lang="ko-KR" altLang="en-US" dirty="0" err="1"/>
              <a:t>텀페이퍼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주제</a:t>
            </a:r>
            <a:r>
              <a:rPr lang="en-US" altLang="ko-KR" dirty="0"/>
              <a:t>: </a:t>
            </a:r>
            <a:r>
              <a:rPr lang="ko-KR" altLang="en-US" dirty="0"/>
              <a:t>인공지능의 뉴스 신뢰에 관한 연구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pPr marL="342900" indent="-342900">
              <a:buAutoNum type="arabicParenBoth"/>
            </a:pPr>
            <a:r>
              <a:rPr lang="en-US" altLang="ko-KR" dirty="0" err="1"/>
              <a:t>IMRaD</a:t>
            </a:r>
            <a:r>
              <a:rPr lang="en-US" altLang="ko-KR" dirty="0"/>
              <a:t> </a:t>
            </a:r>
            <a:r>
              <a:rPr lang="ko-KR" altLang="en-US" dirty="0"/>
              <a:t>모두 진행된 초안이 현재 존재함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통계적인 유의성을 바탕으로 한 가설 검증</a:t>
            </a:r>
            <a:r>
              <a:rPr lang="en-US" altLang="ko-KR" dirty="0"/>
              <a:t>/</a:t>
            </a:r>
            <a:r>
              <a:rPr lang="ko-KR" altLang="en-US" dirty="0"/>
              <a:t>기각이 불가능하여 이에 대한 방법을 찾거나 방향성에 전면적인 수정이 필요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이후 확정된 방향성을 토대로 논문 수정 및 초록 작성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8443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E964C-ADA4-73D3-81FD-D78A8A24A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ECFD57-1E77-252F-382C-5A3012B78E25}"/>
              </a:ext>
            </a:extLst>
          </p:cNvPr>
          <p:cNvSpPr txBox="1"/>
          <p:nvPr/>
        </p:nvSpPr>
        <p:spPr>
          <a:xfrm>
            <a:off x="6095999" y="992007"/>
            <a:ext cx="530167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2026-1 </a:t>
            </a:r>
            <a:r>
              <a:rPr lang="ko-KR" altLang="en-US" dirty="0"/>
              <a:t>위험커뮤니케이션 </a:t>
            </a:r>
            <a:r>
              <a:rPr lang="ko-KR" altLang="en-US" dirty="0" err="1"/>
              <a:t>텀페이퍼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주제</a:t>
            </a:r>
            <a:r>
              <a:rPr lang="en-US" altLang="ko-KR" dirty="0"/>
              <a:t>: </a:t>
            </a:r>
            <a:r>
              <a:rPr lang="ko-KR" altLang="en-US" dirty="0"/>
              <a:t>인공지능의 위험 인식에 관한 연구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pPr marL="342900" indent="-342900">
              <a:buAutoNum type="arabicParenBoth"/>
            </a:pPr>
            <a:r>
              <a:rPr lang="en-US" altLang="ko-KR" dirty="0"/>
              <a:t>Study 1,2,3</a:t>
            </a:r>
            <a:r>
              <a:rPr lang="ko-KR" altLang="en-US" dirty="0"/>
              <a:t>가 존재하는 연구로</a:t>
            </a:r>
            <a:r>
              <a:rPr lang="en-US" altLang="ko-KR" dirty="0"/>
              <a:t>, Study 3</a:t>
            </a:r>
            <a:r>
              <a:rPr lang="ko-KR" altLang="en-US" dirty="0"/>
              <a:t>는 </a:t>
            </a:r>
            <a:r>
              <a:rPr lang="en-US" altLang="ko-KR" dirty="0"/>
              <a:t>7</a:t>
            </a:r>
            <a:r>
              <a:rPr lang="ko-KR" altLang="en-US" dirty="0"/>
              <a:t>월 중 진행 예정 </a:t>
            </a:r>
            <a:r>
              <a:rPr lang="en-US" altLang="ko-KR" dirty="0"/>
              <a:t>(</a:t>
            </a:r>
            <a:r>
              <a:rPr lang="ko-KR" altLang="en-US" dirty="0" err="1"/>
              <a:t>코더</a:t>
            </a:r>
            <a:r>
              <a:rPr lang="ko-KR" altLang="en-US" dirty="0"/>
              <a:t> 확보 완료</a:t>
            </a:r>
            <a:r>
              <a:rPr lang="en-US" altLang="ko-KR" dirty="0"/>
              <a:t>)</a:t>
            </a:r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지금까지 작성된 내용을 바탕으로 소통학회에서 발표하였음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en-US" altLang="ko-KR" dirty="0"/>
              <a:t>Study 3</a:t>
            </a:r>
            <a:r>
              <a:rPr lang="ko-KR" altLang="en-US" dirty="0"/>
              <a:t>의 결과가 유의미하고 기대하는 대로 나온다면 빠른 시일 내에 최종 마무리하고 투고가 목표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103BF8-3901-0F81-0F3A-4EB2B2E05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8" y="992007"/>
            <a:ext cx="4059322" cy="477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9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63885-678D-E30E-8B03-0F5C5A18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266A3E-C3F6-9203-F046-DECA37595D65}"/>
              </a:ext>
            </a:extLst>
          </p:cNvPr>
          <p:cNvSpPr txBox="1"/>
          <p:nvPr/>
        </p:nvSpPr>
        <p:spPr>
          <a:xfrm>
            <a:off x="6095999" y="992007"/>
            <a:ext cx="53016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손희영 박사과정 연구 참여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주제</a:t>
            </a:r>
            <a:r>
              <a:rPr lang="en-US" altLang="ko-KR" dirty="0"/>
              <a:t>: </a:t>
            </a:r>
            <a:r>
              <a:rPr lang="ko-KR" altLang="en-US" dirty="0"/>
              <a:t>데이터기반 산학연 운영모델 분석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pPr marL="342900" indent="-342900">
              <a:buAutoNum type="arabicParenBoth"/>
            </a:pPr>
            <a:r>
              <a:rPr lang="en-US" altLang="ko-KR" dirty="0" err="1"/>
              <a:t>IMRaD</a:t>
            </a:r>
            <a:r>
              <a:rPr lang="ko-KR" altLang="en-US" dirty="0"/>
              <a:t>가 모두 완료된 초안이 존재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en-US" altLang="ko-KR" dirty="0"/>
              <a:t>1</a:t>
            </a:r>
            <a:r>
              <a:rPr lang="ko-KR" altLang="en-US" dirty="0"/>
              <a:t>저자 손희영</a:t>
            </a:r>
            <a:r>
              <a:rPr lang="en-US" altLang="ko-KR" dirty="0"/>
              <a:t>, 2</a:t>
            </a:r>
            <a:r>
              <a:rPr lang="ko-KR" altLang="en-US" dirty="0"/>
              <a:t>저자 </a:t>
            </a:r>
            <a:r>
              <a:rPr lang="ko-KR" altLang="en-US" dirty="0" err="1"/>
              <a:t>송종빈</a:t>
            </a:r>
            <a:r>
              <a:rPr lang="en-US" altLang="ko-KR" dirty="0"/>
              <a:t>, </a:t>
            </a:r>
            <a:r>
              <a:rPr lang="ko-KR" altLang="en-US" dirty="0"/>
              <a:t>교신저자 남기환으로 진행중이며</a:t>
            </a:r>
            <a:r>
              <a:rPr lang="en-US" altLang="ko-KR" dirty="0"/>
              <a:t>, </a:t>
            </a:r>
            <a:r>
              <a:rPr lang="ko-KR" altLang="en-US" dirty="0" err="1"/>
              <a:t>이성엽</a:t>
            </a:r>
            <a:r>
              <a:rPr lang="ko-KR" altLang="en-US" dirty="0"/>
              <a:t> 교수님께 초안 관련해서 피드백 받은 내용을 바탕으로 수정 중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en-US" altLang="ko-KR" dirty="0"/>
              <a:t>7</a:t>
            </a:r>
            <a:r>
              <a:rPr lang="ko-KR" altLang="en-US" dirty="0"/>
              <a:t>월 중 남기환 교수님과 관련 미팅 진행 및 추가 수정 예정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목표는 </a:t>
            </a:r>
            <a:r>
              <a:rPr lang="en-US" altLang="ko-KR" dirty="0"/>
              <a:t>8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 출판인 기술혁신학회지에 투고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BD30A4-FA20-9075-4C54-B4FB1E8A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8" y="873495"/>
            <a:ext cx="4518066" cy="503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47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7CB3-DC92-DD1C-BEE8-43B223F7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EFB09E-E931-2398-EEE4-9BB49A2D1DCD}"/>
              </a:ext>
            </a:extLst>
          </p:cNvPr>
          <p:cNvSpPr txBox="1"/>
          <p:nvPr/>
        </p:nvSpPr>
        <p:spPr>
          <a:xfrm>
            <a:off x="6095999" y="992007"/>
            <a:ext cx="53016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과학기술학세미나</a:t>
            </a:r>
            <a:r>
              <a:rPr lang="ko-KR" altLang="en-US" dirty="0"/>
              <a:t> </a:t>
            </a:r>
            <a:r>
              <a:rPr lang="en-US" altLang="ko-KR" dirty="0"/>
              <a:t>X </a:t>
            </a:r>
            <a:r>
              <a:rPr lang="ko-KR" altLang="en-US" dirty="0" err="1"/>
              <a:t>인과연</a:t>
            </a:r>
            <a:r>
              <a:rPr lang="ko-KR" altLang="en-US" dirty="0"/>
              <a:t> </a:t>
            </a:r>
            <a:r>
              <a:rPr lang="ko-KR" altLang="en-US" dirty="0" err="1"/>
              <a:t>책쓰기</a:t>
            </a:r>
            <a:r>
              <a:rPr lang="ko-KR" altLang="en-US" dirty="0"/>
              <a:t> 프로젝트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주제</a:t>
            </a:r>
            <a:r>
              <a:rPr lang="en-US" altLang="ko-KR" dirty="0"/>
              <a:t>: &lt;</a:t>
            </a:r>
            <a:r>
              <a:rPr lang="ko-KR" altLang="en-US" dirty="0"/>
              <a:t>비인간</a:t>
            </a:r>
            <a:r>
              <a:rPr lang="en-US" altLang="ko-KR" dirty="0"/>
              <a:t>&gt; (</a:t>
            </a:r>
            <a:r>
              <a:rPr lang="ko-KR" altLang="en-US" dirty="0"/>
              <a:t>비인간 </a:t>
            </a:r>
            <a:r>
              <a:rPr lang="ko-KR" altLang="en-US" dirty="0" err="1"/>
              <a:t>행위성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비인간과의 공존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소주제</a:t>
            </a:r>
            <a:r>
              <a:rPr lang="en-US" altLang="ko-KR" dirty="0"/>
              <a:t>: </a:t>
            </a:r>
            <a:r>
              <a:rPr lang="ko-KR" altLang="en-US" dirty="0"/>
              <a:t>존재론적 관점에서 바라본 인공지능 에이전트와 레거시 시스템의 충돌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초안 존재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어렵게 느껴지는 개념 </a:t>
            </a:r>
            <a:r>
              <a:rPr lang="en-US" altLang="ko-KR" dirty="0"/>
              <a:t>&amp; </a:t>
            </a:r>
            <a:r>
              <a:rPr lang="ko-KR" altLang="en-US" dirty="0"/>
              <a:t>추상적으로 써진 표현들 수정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목표는 </a:t>
            </a:r>
            <a:r>
              <a:rPr lang="en-US" altLang="ko-KR" dirty="0"/>
              <a:t>7</a:t>
            </a:r>
            <a:r>
              <a:rPr lang="ko-KR" altLang="en-US" dirty="0"/>
              <a:t>월까지 최종본 완성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1B3D76-5673-8AE8-F78F-E40AE12A6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47" y="1135684"/>
            <a:ext cx="5269747" cy="458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1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5411C-4B70-42DC-CA62-22A14FEE9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ACCE0E-648D-FFDC-D61F-00FDDE3EAD72}"/>
              </a:ext>
            </a:extLst>
          </p:cNvPr>
          <p:cNvSpPr txBox="1"/>
          <p:nvPr/>
        </p:nvSpPr>
        <p:spPr>
          <a:xfrm>
            <a:off x="790575" y="889843"/>
            <a:ext cx="106070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방학 중 계획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인공지능 위험인식 논문 마무리 </a:t>
            </a:r>
            <a:r>
              <a:rPr lang="en-US" altLang="ko-KR" dirty="0"/>
              <a:t>(~7</a:t>
            </a:r>
            <a:r>
              <a:rPr lang="ko-KR" altLang="en-US" dirty="0"/>
              <a:t>월 중순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인공지능 에이전트</a:t>
            </a:r>
            <a:r>
              <a:rPr lang="en-US" altLang="ko-KR" dirty="0"/>
              <a:t>-</a:t>
            </a:r>
            <a:r>
              <a:rPr lang="ko-KR" altLang="en-US" dirty="0"/>
              <a:t>레거시 인프라 책 챕터 작성 마무리 </a:t>
            </a:r>
            <a:r>
              <a:rPr lang="en-US" altLang="ko-KR" dirty="0"/>
              <a:t>(~7</a:t>
            </a:r>
            <a:r>
              <a:rPr lang="ko-KR" altLang="en-US" dirty="0"/>
              <a:t>월 말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산학연 논문 마무리 </a:t>
            </a:r>
            <a:r>
              <a:rPr lang="en-US" altLang="ko-KR" dirty="0"/>
              <a:t>(~7</a:t>
            </a:r>
            <a:r>
              <a:rPr lang="ko-KR" altLang="en-US" dirty="0"/>
              <a:t>월 말 </a:t>
            </a:r>
            <a:r>
              <a:rPr lang="en-US" altLang="ko-KR" dirty="0"/>
              <a:t>or ~8</a:t>
            </a:r>
            <a:r>
              <a:rPr lang="ko-KR" altLang="en-US" dirty="0"/>
              <a:t>월 초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인과연</a:t>
            </a:r>
            <a:r>
              <a:rPr lang="ko-KR" altLang="en-US" dirty="0"/>
              <a:t> 인수인계 </a:t>
            </a:r>
            <a:r>
              <a:rPr lang="en-US" altLang="ko-KR" dirty="0"/>
              <a:t>(~7</a:t>
            </a:r>
            <a:r>
              <a:rPr lang="ko-KR" altLang="en-US" dirty="0"/>
              <a:t>월 초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학생회 인수인계 </a:t>
            </a:r>
            <a:r>
              <a:rPr lang="en-US" altLang="ko-KR" dirty="0"/>
              <a:t>(~8</a:t>
            </a:r>
            <a:r>
              <a:rPr lang="ko-KR" altLang="en-US" dirty="0"/>
              <a:t>월 초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인공지능 뉴스신뢰 논문 재검토 및 킥오프 </a:t>
            </a:r>
            <a:r>
              <a:rPr lang="en-US" altLang="ko-KR" dirty="0"/>
              <a:t>(7</a:t>
            </a:r>
            <a:r>
              <a:rPr lang="ko-KR" altLang="en-US" dirty="0"/>
              <a:t>월 초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err="1"/>
              <a:t>언론공정성평가</a:t>
            </a:r>
            <a:r>
              <a:rPr lang="ko-KR" altLang="en-US" dirty="0"/>
              <a:t> 논문 재검토 및 킥오프 </a:t>
            </a:r>
            <a:r>
              <a:rPr lang="en-US" altLang="ko-KR" dirty="0"/>
              <a:t>(7</a:t>
            </a:r>
            <a:r>
              <a:rPr lang="ko-KR" altLang="en-US" dirty="0"/>
              <a:t>월 중순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인공지능 젠더 </a:t>
            </a:r>
            <a:r>
              <a:rPr lang="ko-KR" altLang="en-US" dirty="0" err="1"/>
              <a:t>프라이밍</a:t>
            </a:r>
            <a:r>
              <a:rPr lang="ko-KR" altLang="en-US" dirty="0"/>
              <a:t> 논문 재검토 및 킥오프 </a:t>
            </a:r>
            <a:r>
              <a:rPr lang="en-US" altLang="ko-KR" dirty="0"/>
              <a:t>(8</a:t>
            </a:r>
            <a:r>
              <a:rPr lang="ko-KR" altLang="en-US" dirty="0"/>
              <a:t>월 초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농식품유통연구원 파이썬 프로그래밍</a:t>
            </a:r>
            <a:r>
              <a:rPr lang="en-US" altLang="ko-KR" dirty="0"/>
              <a:t>/AI </a:t>
            </a:r>
            <a:r>
              <a:rPr lang="ko-KR" altLang="en-US" dirty="0"/>
              <a:t>활용 강의 </a:t>
            </a:r>
            <a:r>
              <a:rPr lang="en-US" altLang="ko-KR" dirty="0"/>
              <a:t>(7</a:t>
            </a:r>
            <a:r>
              <a:rPr lang="ko-KR" altLang="en-US" dirty="0"/>
              <a:t>월 중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Media &amp; Culture Lab </a:t>
            </a:r>
            <a:r>
              <a:rPr lang="ko-KR" altLang="en-US" dirty="0"/>
              <a:t>파이썬</a:t>
            </a:r>
            <a:r>
              <a:rPr lang="en-US" altLang="ko-KR" dirty="0"/>
              <a:t> </a:t>
            </a:r>
            <a:r>
              <a:rPr lang="ko-KR" altLang="en-US" dirty="0"/>
              <a:t>프로그래밍</a:t>
            </a:r>
            <a:r>
              <a:rPr lang="en-US" altLang="ko-KR" dirty="0"/>
              <a:t>/AI </a:t>
            </a:r>
            <a:r>
              <a:rPr lang="ko-KR" altLang="en-US" dirty="0"/>
              <a:t>활용 강의 </a:t>
            </a:r>
            <a:r>
              <a:rPr lang="en-US" altLang="ko-KR" dirty="0"/>
              <a:t>(7</a:t>
            </a:r>
            <a:r>
              <a:rPr lang="ko-KR" altLang="en-US" dirty="0"/>
              <a:t>월 중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학회 등을 위한 실시간 학술 통역 서비스 개발 및 납품 </a:t>
            </a:r>
            <a:r>
              <a:rPr lang="en-US" altLang="ko-KR" dirty="0"/>
              <a:t>(8</a:t>
            </a:r>
            <a:r>
              <a:rPr lang="ko-KR" altLang="en-US" dirty="0"/>
              <a:t>월 중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KATUSA </a:t>
            </a:r>
            <a:r>
              <a:rPr lang="ko-KR" altLang="en-US" dirty="0"/>
              <a:t>입대 </a:t>
            </a:r>
            <a:r>
              <a:rPr lang="en-US" altLang="ko-KR" dirty="0"/>
              <a:t>(8</a:t>
            </a:r>
            <a:r>
              <a:rPr lang="ko-KR" altLang="en-US" dirty="0"/>
              <a:t>월 </a:t>
            </a:r>
            <a:r>
              <a:rPr lang="en-US" altLang="ko-KR" dirty="0"/>
              <a:t>24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308220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363</Words>
  <Application>Microsoft Office PowerPoint</Application>
  <PresentationFormat>와이드스크린</PresentationFormat>
  <Paragraphs>67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Microsoft GothicNeo</vt:lpstr>
      <vt:lpstr>Arial</vt:lpstr>
      <vt:lpstr>ChronicleVTI</vt:lpstr>
      <vt:lpstr>2026. 06. 25.  LAB MEETING 진행중인 연구 발표  고려대학교 과학기술학 석사과정 3학기 2025020399 송종빈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Jongbeen Song</dc:creator>
  <cp:lastModifiedBy>Jongbeen Song</cp:lastModifiedBy>
  <cp:revision>1</cp:revision>
  <dcterms:created xsi:type="dcterms:W3CDTF">2026-06-24T13:32:42Z</dcterms:created>
  <dcterms:modified xsi:type="dcterms:W3CDTF">2026-06-24T14:12:27Z</dcterms:modified>
</cp:coreProperties>
</file>